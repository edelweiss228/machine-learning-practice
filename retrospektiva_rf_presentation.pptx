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Ретроспектива проекта классификации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Цель: классификация по 10 классам</a:t>
            </a:r>
          </a:p>
          <a:p>
            <a:r>
              <a:t>Инструменты: sklearn, RandomForest</a:t>
            </a:r>
          </a:p>
          <a:p>
            <a:r>
              <a:t>Ограничения: без внешних библиотек и ансамблей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Этап 1: базовая модель (DecisionTree)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Модель: DecisionTreeClassifier</a:t>
            </a:r>
          </a:p>
          <a:p>
            <a:r>
              <a:t>AUROC (валидация): ~0.80</a:t>
            </a:r>
          </a:p>
          <a:p>
            <a:r>
              <a:t>Проблема: переобучение, нестабильность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Этап 2: переход на RandomForest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n_estimators=100</a:t>
            </a:r>
          </a:p>
          <a:p>
            <a:r>
              <a:t>AUROC (валидация): ~0.90</a:t>
            </a:r>
          </a:p>
          <a:p>
            <a:r>
              <a:t>CV AUROC: ~0.83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Этап 3: Подбор гиперпараметров (10 итераций)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RandomizedSearchCV (10 итераций)</a:t>
            </a:r>
          </a:p>
          <a:p>
            <a:r>
              <a:t>Лучшая глубина: 6, split: 10</a:t>
            </a:r>
          </a:p>
          <a:p>
            <a:r>
              <a:t>AUROC: ~0.86</a:t>
            </a:r>
          </a:p>
          <a:p>
            <a:r>
              <a:t>Вывод: мало вариантов, слабый прирост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Этап 4: Глубокий подбор (100 итераций)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Параметры: bootstrap, max_leaf_nodes и др.</a:t>
            </a:r>
          </a:p>
          <a:p>
            <a:r>
              <a:t>AUROC (валидация): 0.9670</a:t>
            </a:r>
          </a:p>
          <a:p>
            <a:r>
              <a:t>CV AUROC: 0.8840</a:t>
            </a:r>
          </a:p>
          <a:p>
            <a:r>
              <a:t>OOB Score: 0.7483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Сравнение результатов по итерациям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DecisionTree: 0.80</a:t>
            </a:r>
          </a:p>
          <a:p>
            <a:r>
              <a:t>RandomForest базовый: 0.90 / 0.83</a:t>
            </a:r>
          </a:p>
          <a:p>
            <a:r>
              <a:t>RF + RandomSearch#1: 0.86 / 0.79</a:t>
            </a:r>
          </a:p>
          <a:p>
            <a:r>
              <a:t>RF + RandomSearch#2: 0.9670 / 0.8840 / 0.7483 (OOB)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Метрики и честность оценки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Валидация: отложенная выборка</a:t>
            </a:r>
          </a:p>
          <a:p>
            <a:r>
              <a:t>Кросс-валидация: 5 фолдов, roc_auc_ovo</a:t>
            </a:r>
          </a:p>
          <a:p>
            <a:r>
              <a:t>Планируется StratifiedKFold</a:t>
            </a:r>
          </a:p>
          <a:p>
            <a:r>
              <a:t>Дополнительно: OOB-оценка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Финальная модель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RandomForestClassifier с лучшими параметрами:</a:t>
            </a:r>
          </a:p>
          <a:p>
            <a:r>
              <a:t>- n_estimators=400</a:t>
            </a:r>
          </a:p>
          <a:p>
            <a:r>
              <a:t>- max_depth=None</a:t>
            </a:r>
          </a:p>
          <a:p>
            <a:r>
              <a:t>- min_samples_split=5</a:t>
            </a:r>
          </a:p>
          <a:p>
            <a:r>
              <a:t>- bootstrap=True</a:t>
            </a:r>
          </a:p>
          <a:p>
            <a:r>
              <a:t>- class_weight='balanced'</a:t>
            </a:r>
          </a:p>
          <a:p>
            <a:r>
              <a:t>- oob_score=True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 ретроспективы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Рост качества от ~80% до ~97%</a:t>
            </a:r>
          </a:p>
          <a:p>
            <a:r>
              <a:t>Модель устойчива, метрики согласованы</a:t>
            </a:r>
          </a:p>
          <a:p>
            <a:r>
              <a:t>Проект завершён без ансамблей и внешних библиотек</a:t>
            </a:r>
          </a:p>
          <a:p>
            <a:r>
              <a:t>Хороший результат при ограниченных средствах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